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4" r:id="rId5"/>
    <p:sldId id="259" r:id="rId6"/>
    <p:sldId id="265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6DC0-910D-1639-38F4-C4B0A51E2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B24010-402F-1D58-710C-AF2795FFC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14E41-79F1-C830-D6E7-5E56E1BF6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82A86-4C73-CBDD-5AE8-88C4EAD1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2F351-B596-8D87-4AF4-F4A0C28F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37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4F432-B877-1627-4050-8284AEEDC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94AB7-18EB-65AE-2326-AC975FCE1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45C9D-DC84-E036-4264-2D467C57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363E5-B8D4-F22D-87E1-408FD44AE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8753D-B01F-4BD2-9F25-8806E2E4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5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37A6-67F3-F8D8-CF94-78C3831E8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7A052-2B3E-C71C-C26F-784834C1B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AB9AB-5C82-9CA9-DFE2-BB39B23D3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E438A-ABFB-4B07-8831-D1C21F9D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CBE7D-013E-6ADE-1E32-CC88FACC1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1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E7A4-CD87-C272-3DDA-CF59901F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21BF5-673C-6E31-5659-558FB2801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36926-8E61-6029-8D13-C9F8566E2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A85F0-7FFC-0DB3-0FF2-DC9F2D77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30439-C383-B42C-629D-932430105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792FB-EE72-E058-1410-0DDD7A28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112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9995B-5501-2916-E0A2-1BB82F0CB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312F1-9C1D-EAC0-69FC-5F674BBB5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C0A6D-1B98-C63D-AF81-E97362D49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2BD63-77DA-517F-DCBF-E8520DFDB6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E78E6-82FC-EDEF-63EF-291ADF03F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D9393A-E661-7A45-B953-2F561CFEB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D9D866-BAAE-5A79-9B56-9137336F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C33645-3508-E4D1-6C1B-480CE61B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701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6706B-7519-1E14-8315-F9B3FF9E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D6F04-64DD-90A7-5805-B5057495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3B7D1-8C6B-38F8-1B9A-0D82E3354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24E05-F864-3532-0E1C-BF0900CA5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329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83670-FF8A-42E0-2B4E-55DACAD57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8ACDCA-6541-621C-930C-3E2D21123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B3A6E-2324-3428-5F2A-033AA23A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876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DBCD8-3D00-7158-321E-2AD15E94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AB9F7-5E2D-5CE1-3F0E-74100F453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EE1FFF-8F49-ECE8-D508-7E3F4D852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62F6F-A009-CBB1-CD94-BF129577F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F8244-57CE-4941-4B40-EFF3900EB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DF6E91-2AE8-430F-6018-F45D0946C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487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3A52B-4EA4-3055-F61F-EE6B96311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A6EFE-0C8D-2021-5F95-63B4477D44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64A68-901F-CFC3-E833-EDDACA501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6E369-6354-813F-EE40-02E84A319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E2328-6444-C68E-A9CC-9985F2DE8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37511-94F4-FD2D-F0A7-0E89926D4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90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732D1-3FAE-8FE8-B331-D40622EAA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E842-38D6-7543-9A83-37E6EED96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ED5A3-E882-7DC9-A72C-83193DE8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2BBD1-0FDB-A679-FC2F-2CD4A79F1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967ED-ACAC-2B89-63DB-91A18FBE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496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3853BB-DA89-ABE3-364B-5A5C660E1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44126-8CF8-D231-DCAB-6AB8F76F4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A50A0-355F-883D-6DCB-2431C0933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7E42E-4B4E-3ED9-0EEC-4853519A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E71D7-98A7-220D-CCE6-4A6440404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76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9B91B-67CA-A497-4720-D687C8DE9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850D0-575F-DD32-FC69-E3650C273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8D1AD-9CC2-AE3C-60CA-A0D7A3CA1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9F7984-D257-469D-9E36-47A2F53D4513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55329-93A6-F44B-1776-4CFAE16E3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4121D-C2DD-F8F4-506E-D62D2BD6B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C2F11C-29D0-45DA-AFDD-75A3DDE702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4131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60F3-1105-08BB-4C73-5B128EB353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ko-KR" b="1" dirty="0"/>
              <a:t>Streamlit</a:t>
            </a:r>
            <a:r>
              <a:rPr lang="en-US" altLang="ko-KR" b="1" dirty="0"/>
              <a:t>, pip, </a:t>
            </a:r>
            <a:r>
              <a:rPr lang="en-US" altLang="ko-KR" b="1" dirty="0" err="1"/>
              <a:t>venv</a:t>
            </a:r>
            <a:br>
              <a:rPr lang="ko-KR" altLang="ko-KR" b="1" dirty="0"/>
            </a:b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53722-2FF1-2558-60BA-EE41C840F6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algn="r"/>
            <a:r>
              <a:rPr lang="ko-KR" altLang="en-US" dirty="0"/>
              <a:t>최선경</a:t>
            </a:r>
          </a:p>
        </p:txBody>
      </p:sp>
    </p:spTree>
    <p:extLst>
      <p:ext uri="{BB962C8B-B14F-4D97-AF65-F5344CB8AC3E}">
        <p14:creationId xmlns:p14="http://schemas.microsoft.com/office/powerpoint/2010/main" val="1110925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AD82D-FA52-2F2D-3F24-ABBFD743F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b="1" dirty="0"/>
              <a:t>Streamlit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A3F73-93B4-904A-E9A4-D22772123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https://streamlit.io/</a:t>
            </a:r>
          </a:p>
          <a:p>
            <a:endParaRPr lang="en-US" altLang="ko-KR" dirty="0"/>
          </a:p>
          <a:p>
            <a:r>
              <a:rPr lang="en-US" altLang="ko-KR" dirty="0"/>
              <a:t>https://docs.streamlit.io/get-started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2285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E0F24-53C7-EF8B-3EB1-011EF7795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695" y="257577"/>
            <a:ext cx="10834105" cy="628794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dirty="0"/>
              <a:t>E:\agent26_DayByDay\day1&gt;</a:t>
            </a:r>
            <a:r>
              <a:rPr lang="en-US" altLang="ko-KR" b="1" dirty="0"/>
              <a:t>python –version</a:t>
            </a:r>
          </a:p>
          <a:p>
            <a:pPr marL="0" indent="0">
              <a:buNone/>
            </a:pPr>
            <a:r>
              <a:rPr lang="en-US" altLang="ko-KR" dirty="0"/>
              <a:t>Python 3.12.0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E:\agent26_DayByDay\day1&gt;</a:t>
            </a:r>
            <a:r>
              <a:rPr lang="en-US" altLang="ko-KR" b="1" dirty="0"/>
              <a:t>dir</a:t>
            </a:r>
            <a:r>
              <a:rPr lang="en-US" altLang="ko-KR" dirty="0"/>
              <a:t>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 Volume in drive E is </a:t>
            </a:r>
            <a:r>
              <a:rPr lang="ko-KR" altLang="en-US" dirty="0"/>
              <a:t>새 볼륨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ko-KR" altLang="en-US" dirty="0"/>
              <a:t> </a:t>
            </a:r>
            <a:r>
              <a:rPr lang="en-US" altLang="ko-KR" dirty="0"/>
              <a:t>Volume Serial Number is 9A5B-7F56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 Directory of E:\agent26_DayByDay\day1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2026-08-31  </a:t>
            </a:r>
            <a:r>
              <a:rPr lang="ko-KR" altLang="en-US" dirty="0"/>
              <a:t>오후 </a:t>
            </a:r>
            <a:r>
              <a:rPr lang="en-US" altLang="ko-KR" dirty="0"/>
              <a:t>01:40    &lt;DIR&gt;          .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2026-08-31  </a:t>
            </a:r>
            <a:r>
              <a:rPr lang="ko-KR" altLang="en-US" dirty="0"/>
              <a:t>오후 </a:t>
            </a:r>
            <a:r>
              <a:rPr lang="en-US" altLang="ko-KR" dirty="0"/>
              <a:t>01:40    &lt;DIR&gt;          ..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2026-08-31  </a:t>
            </a:r>
            <a:r>
              <a:rPr lang="ko-KR" altLang="en-US" dirty="0"/>
              <a:t>오후 </a:t>
            </a:r>
            <a:r>
              <a:rPr lang="en-US" altLang="ko-KR" dirty="0"/>
              <a:t>01:43    &lt;DIR&gt;          </a:t>
            </a:r>
            <a:r>
              <a:rPr lang="ko-KR" altLang="en-US" dirty="0"/>
              <a:t>교안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ko-KR" altLang="en-US" dirty="0"/>
              <a:t>               </a:t>
            </a:r>
            <a:r>
              <a:rPr lang="en-US" altLang="ko-KR" dirty="0"/>
              <a:t>0 File(s)              0 bytes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altLang="ko-KR" dirty="0"/>
              <a:t>               3 Dir(s)  958,162,755,584 bytes free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E:\agent26_DayByDay\day1&gt;</a:t>
            </a:r>
            <a:r>
              <a:rPr lang="en-US" altLang="ko-KR" b="1" dirty="0"/>
              <a:t>python -m </a:t>
            </a:r>
            <a:r>
              <a:rPr lang="en-US" altLang="ko-KR" b="1" dirty="0" err="1"/>
              <a:t>venv</a:t>
            </a:r>
            <a:r>
              <a:rPr lang="en-US" altLang="ko-KR" b="1" dirty="0"/>
              <a:t> .</a:t>
            </a:r>
            <a:r>
              <a:rPr lang="en-US" altLang="ko-KR" b="1" dirty="0" err="1"/>
              <a:t>firstvenv</a:t>
            </a:r>
            <a:endParaRPr lang="ko-KR" altLang="en-US" b="1" dirty="0"/>
          </a:p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CED070-B179-F79B-8C1C-8D4A882E8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278" y="2258578"/>
            <a:ext cx="3363230" cy="33947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35858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F9513-2FB7-CB35-B960-82FC4316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파이썬 가상환경 활성화와 비활성화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53538-2ED0-2E84-123E-481B696B2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77" y="1825624"/>
            <a:ext cx="11067246" cy="48907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E:\agent26_DayByDay\day1&gt;</a:t>
            </a:r>
            <a:r>
              <a:rPr lang="en-US" altLang="ko-KR" sz="2400" b="1" dirty="0"/>
              <a:t>.firstvenv\Scripts\activate.bat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(.</a:t>
            </a:r>
            <a:r>
              <a:rPr lang="en-US" altLang="ko-KR" sz="2400" dirty="0" err="1"/>
              <a:t>firstvenv</a:t>
            </a:r>
            <a:r>
              <a:rPr lang="en-US" altLang="ko-KR" sz="2400" dirty="0"/>
              <a:t>) E:\agent26_DayByDay\day1&gt;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개발하기 </a:t>
            </a:r>
            <a:r>
              <a:rPr lang="en-US" altLang="ko-KR" sz="2400" dirty="0"/>
              <a:t>~~~</a:t>
            </a:r>
            <a:r>
              <a:rPr lang="ko-KR" altLang="en-US" sz="2400" dirty="0"/>
              <a:t>블라브라</a:t>
            </a:r>
            <a:r>
              <a:rPr lang="en-US" altLang="ko-KR" sz="2400" dirty="0"/>
              <a:t>~~~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(.</a:t>
            </a:r>
            <a:r>
              <a:rPr lang="en-US" altLang="ko-KR" sz="2400" dirty="0" err="1"/>
              <a:t>firstvenv</a:t>
            </a:r>
            <a:r>
              <a:rPr lang="en-US" altLang="ko-KR" sz="2400" dirty="0"/>
              <a:t>) E:\agent26_DayByDay\day1&gt;</a:t>
            </a:r>
            <a:r>
              <a:rPr lang="en-US" altLang="ko-KR" sz="2400" b="1" dirty="0"/>
              <a:t>.firstvenv\Scripts\deactivate.bat</a:t>
            </a:r>
          </a:p>
          <a:p>
            <a:pPr marL="0" indent="0">
              <a:buNone/>
            </a:pPr>
            <a:r>
              <a:rPr lang="en-US" altLang="ko-KR" sz="2400" dirty="0"/>
              <a:t>E:\agent26_DayByDay\day1&gt;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31034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719F-9AF9-2F51-02E0-9414F444B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가상환경 생성 및 </a:t>
            </a:r>
            <a:r>
              <a:rPr lang="en-US" altLang="ko-KR" dirty="0" err="1"/>
              <a:t>stremlit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9F267-7483-280B-8375-642FDDCD6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E:\agent26_DayByDay\day1&gt;</a:t>
            </a:r>
            <a:r>
              <a:rPr lang="en-US" altLang="ko-KR" b="1" dirty="0"/>
              <a:t>.firstvenv\Scripts\activate.bat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(.</a:t>
            </a:r>
            <a:r>
              <a:rPr lang="en-US" altLang="ko-KR" dirty="0" err="1"/>
              <a:t>firstvenv</a:t>
            </a:r>
            <a:r>
              <a:rPr lang="en-US" altLang="ko-KR" dirty="0"/>
              <a:t>) E:\agent26_DayByDay\day1&gt;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(.</a:t>
            </a:r>
            <a:r>
              <a:rPr lang="en-US" altLang="ko-KR" dirty="0" err="1"/>
              <a:t>firstvenv</a:t>
            </a:r>
            <a:r>
              <a:rPr lang="en-US" altLang="ko-KR" dirty="0"/>
              <a:t>) E:\agent26_DayByDay\day1&gt;</a:t>
            </a:r>
            <a:r>
              <a:rPr lang="en-US" altLang="ko-KR" b="1" dirty="0"/>
              <a:t>pip install </a:t>
            </a:r>
            <a:r>
              <a:rPr lang="en-US" altLang="ko-KR" b="1" dirty="0" err="1"/>
              <a:t>streamlit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dirty="0"/>
              <a:t>Collecting </a:t>
            </a:r>
            <a:r>
              <a:rPr lang="en-US" altLang="ko-KR" dirty="0" err="1"/>
              <a:t>streamlit</a:t>
            </a:r>
            <a:r>
              <a:rPr lang="en-US" altLang="ko-KR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248673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D1FF4-7DF3-F8B9-2E52-F23418C56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92" y="631065"/>
            <a:ext cx="11389216" cy="567795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ko-KR" dirty="0"/>
              <a:t>(.</a:t>
            </a:r>
            <a:r>
              <a:rPr lang="en-US" altLang="ko-KR" dirty="0" err="1"/>
              <a:t>firstvenv</a:t>
            </a:r>
            <a:r>
              <a:rPr lang="en-US" altLang="ko-KR" dirty="0"/>
              <a:t>) E:\agent26_DayByDay\day1&gt;</a:t>
            </a:r>
            <a:r>
              <a:rPr lang="en-US" altLang="ko-KR" b="1" dirty="0"/>
              <a:t>pip list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(.</a:t>
            </a:r>
            <a:r>
              <a:rPr lang="en-US" altLang="ko-KR" dirty="0" err="1"/>
              <a:t>firstvenv</a:t>
            </a:r>
            <a:r>
              <a:rPr lang="en-US" altLang="ko-KR" dirty="0"/>
              <a:t>) E:\agent26_DayByDay\day1&gt;</a:t>
            </a:r>
            <a:r>
              <a:rPr lang="en-US" altLang="ko-KR" b="1" dirty="0"/>
              <a:t>python -m </a:t>
            </a:r>
            <a:r>
              <a:rPr lang="en-US" altLang="ko-KR" b="1" dirty="0" err="1"/>
              <a:t>streamlit</a:t>
            </a:r>
            <a:r>
              <a:rPr lang="en-US" altLang="ko-KR" b="1" dirty="0"/>
              <a:t> run ex2_st.py</a:t>
            </a:r>
          </a:p>
          <a:p>
            <a:pPr marL="0" indent="0">
              <a:buNone/>
            </a:pPr>
            <a:r>
              <a:rPr lang="en-US" altLang="ko-KR" dirty="0"/>
              <a:t>2026-09-02 00:16:35.256 </a:t>
            </a:r>
            <a:r>
              <a:rPr lang="en-US" altLang="ko-KR" dirty="0" err="1"/>
              <a:t>Uvicorn</a:t>
            </a:r>
            <a:r>
              <a:rPr lang="en-US" altLang="ko-KR" dirty="0"/>
              <a:t> server started on :::8501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You can now view your </a:t>
            </a:r>
            <a:r>
              <a:rPr lang="en-US" altLang="ko-KR" dirty="0" err="1"/>
              <a:t>Streamlit</a:t>
            </a:r>
            <a:r>
              <a:rPr lang="en-US" altLang="ko-KR" dirty="0"/>
              <a:t> app in your browser.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Local URL: http://localhost:8501</a:t>
            </a:r>
          </a:p>
          <a:p>
            <a:pPr marL="0" indent="0">
              <a:buNone/>
            </a:pPr>
            <a:r>
              <a:rPr lang="en-US" altLang="ko-KR" dirty="0"/>
              <a:t>  Network URL: http://192.168.0.115:8501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Help agents write better </a:t>
            </a:r>
            <a:r>
              <a:rPr lang="en-US" altLang="ko-KR" dirty="0" err="1"/>
              <a:t>Streamlit</a:t>
            </a:r>
            <a:r>
              <a:rPr lang="en-US" altLang="ko-KR" dirty="0"/>
              <a:t> apps?</a:t>
            </a:r>
          </a:p>
          <a:p>
            <a:pPr marL="0" indent="0">
              <a:buNone/>
            </a:pPr>
            <a:r>
              <a:rPr lang="en-US" altLang="ko-KR" dirty="0"/>
              <a:t>  Install the official </a:t>
            </a:r>
            <a:r>
              <a:rPr lang="en-US" altLang="ko-KR" dirty="0" err="1"/>
              <a:t>Streamlit</a:t>
            </a:r>
            <a:r>
              <a:rPr lang="en-US" altLang="ko-KR" dirty="0"/>
              <a:t> skills by running </a:t>
            </a:r>
            <a:r>
              <a:rPr lang="en-US" altLang="ko-KR" dirty="0" err="1"/>
              <a:t>streamlit</a:t>
            </a:r>
            <a:r>
              <a:rPr lang="en-US" altLang="ko-KR" dirty="0"/>
              <a:t> skills in your terminal.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943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B227F-A840-AC25-2192-5B9076FF4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F71699-5CA2-B28F-0922-F5498DFF7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23889"/>
            <a:ext cx="5350469" cy="4610221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650075D-16AF-BC55-9CDC-EB9E6F7FC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3608" y="1805036"/>
            <a:ext cx="4741090" cy="24256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32519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324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Theme</vt:lpstr>
      <vt:lpstr>Streamlit, pip, venv </vt:lpstr>
      <vt:lpstr>Streamlit</vt:lpstr>
      <vt:lpstr>PowerPoint Presentation</vt:lpstr>
      <vt:lpstr>파이썬 가상환경 활성화와 비활성화</vt:lpstr>
      <vt:lpstr>가상환경 생성 및 stremlit 실행</vt:lpstr>
      <vt:lpstr>PowerPoint Presentation</vt:lpstr>
      <vt:lpstr>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SunKyoung Choi</dc:creator>
  <cp:lastModifiedBy>SunKyoung Choi</cp:lastModifiedBy>
  <cp:revision>24</cp:revision>
  <dcterms:created xsi:type="dcterms:W3CDTF">2026-09-01T13:45:35Z</dcterms:created>
  <dcterms:modified xsi:type="dcterms:W3CDTF">2026-09-01T15:20:39Z</dcterms:modified>
</cp:coreProperties>
</file>