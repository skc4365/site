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3799-FA18-C36E-CCA7-210A1CB03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31DB5-9633-3902-AAA0-47C49A40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F750-281F-57EA-39BE-AD5721E3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6CAE-CE1D-7AD2-608D-0A890DC8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6200A-5DB8-E087-989D-7EA75FF4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92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8E35-EF63-9CCE-E123-015D6A22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80E7-4261-4C42-A532-69BE8F023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5A551-2E72-771F-937A-DF0E71EF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0C91-0224-F175-D655-9730DC5E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702E3-B1A7-7BEE-611D-AEBA3F84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17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594C-884E-699D-4C93-0EBB5DEA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9B14F-8C60-5933-A945-149B30EE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7C42B-B302-C620-786E-65E3A3D0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EA5A2-E241-90FC-7FA9-EA666A38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505BD-1131-8FC6-629B-AD2B7AFA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05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98A5-4727-1A34-837F-33C78EC9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3ED7-9F83-178C-F0E6-60FDD254F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447-AFBB-D6C5-1EB9-B33252994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F14F6-57CA-3312-5D05-64F53779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0C268-F432-B12C-E452-5523C405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C2E5-9025-AA58-18E0-40DD4794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5B9A-59FB-D548-A779-1FBC37A8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FE427-6682-605C-41B8-8DFF5E3F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E4430-1306-628E-A084-9633B476C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26FF8-EFFB-0671-82CB-37ECD9F2A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36DE3-7DCE-143B-2243-C7B6F0B6E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9C842-B18C-3023-E18F-2DDD4D62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8781F-14E1-E0CA-D765-76C75DE3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CAC78-531D-7DB1-BAB8-92A91C00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65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ECF4-A46F-F3BE-DCE4-4DE8405F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95B81-E06F-A6CB-3BF3-B0405FAF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43BC8-ADA4-E5F3-B20D-78FDCC1C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13309-63E2-8945-4D4B-D1C2C0E9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8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48D76-64B6-1F8A-1215-33BA79BD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27F82-7195-42C3-4820-80115F83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2C307-92B4-DA80-3505-A56F3796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31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BBF5-5937-442F-4475-BA0E206B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5FEF2-A8F0-CAF7-58B8-0A34415E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A2667-8D3B-FEDA-519E-AFA1D6F9B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5257C-1E7D-6C07-B3E2-D6241085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1A0C1-63F4-E0D7-BD46-725E9BBF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B662-3E13-8051-DC8F-376C540B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7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7E1D-E70D-0BEF-68B1-E72837D9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4D0F9-598B-A56B-918C-2AD8BFC48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EAC5D-EEF1-DC64-96CB-CD8188801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CA18C-304A-61B2-8047-30C9BA43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7C0F9-22EF-064F-2073-2A7D9BFE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0F62F-DA65-8974-D95F-42C74FC2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4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7694-D40E-4A69-B2DD-6077FA32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F183F-486C-631D-3DF8-1C6AAEF35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D4649-9F7E-7E32-B3B8-92776E8E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7B837-AC1E-CC73-D256-F3FA1733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5C0A-A633-82E0-A20A-73CE26E8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4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7DAF1-B521-5B25-E1AB-882435C25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51372-6639-288B-049B-B0E86428F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4E0D-3B68-EF1E-2900-24E94C59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7EA1-DCB8-6245-D041-3AB23F38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8B2D3-CFCA-0458-9082-D3A2063A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32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88308-3F28-3CA3-D064-E92920DB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8E3B3-DF20-EB59-158C-DAF46E6A2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4B7C1-F694-95E2-EAEB-E62B1D00D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B2DB7-2B95-4D64-BD85-716E9458220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076B8-4383-022B-2FF6-CDE760D41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2C8A9-ED8B-D373-36F0-801C708F3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A9039-FD69-4602-86AF-D6DAD222D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1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ackaging.python.org/en/latest/guides/installing-using-pip-and-virtual-environment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12/tutorial/index.html" TargetMode="External"/><Relationship Id="rId2" Type="http://schemas.openxmlformats.org/officeDocument/2006/relationships/hyperlink" Target="https://docs.python.org/3.12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E997-91FE-5304-B3F4-92984901AD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pip </a:t>
            </a:r>
            <a:r>
              <a:rPr lang="en-US" altLang="ko-KR" dirty="0" err="1"/>
              <a:t>venv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7E440-A7F5-DB37-BC7B-6898C1DCA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최선경</a:t>
            </a:r>
          </a:p>
        </p:txBody>
      </p:sp>
    </p:spTree>
    <p:extLst>
      <p:ext uri="{BB962C8B-B14F-4D97-AF65-F5344CB8AC3E}">
        <p14:creationId xmlns:p14="http://schemas.microsoft.com/office/powerpoint/2010/main" val="71864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C5F4-6C79-C582-F6CD-38DA1EAC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가상환경 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4EEDE-C162-6E2A-EDCF-EAB71026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https://packaging.python.org/en/latest/guides/installing-using-pip-and-virtual-environments/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작업환경</a:t>
            </a:r>
            <a:r>
              <a:rPr lang="en-US" altLang="ko-KR" dirty="0"/>
              <a:t>(</a:t>
            </a:r>
            <a:r>
              <a:rPr lang="ko-KR" altLang="en-US" dirty="0"/>
              <a:t>파이썬버전</a:t>
            </a:r>
            <a:r>
              <a:rPr lang="en-US" altLang="ko-KR" dirty="0"/>
              <a:t>+</a:t>
            </a:r>
            <a:r>
              <a:rPr lang="ko-KR" altLang="en-US" dirty="0"/>
              <a:t>패키지버전</a:t>
            </a:r>
            <a:r>
              <a:rPr lang="en-US" altLang="ko-KR" dirty="0"/>
              <a:t>)</a:t>
            </a:r>
            <a:r>
              <a:rPr lang="ko-KR" altLang="en-US" dirty="0"/>
              <a:t> 가이드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가상환경</a:t>
            </a:r>
            <a:r>
              <a:rPr lang="en-US" altLang="ko-KR" dirty="0"/>
              <a:t>-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가상환경</a:t>
            </a:r>
            <a:r>
              <a:rPr lang="en-US" altLang="ko-KR" dirty="0"/>
              <a:t>-</a:t>
            </a:r>
            <a:r>
              <a:rPr lang="ko-KR" altLang="en-US" dirty="0"/>
              <a:t>활성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개발하기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가상환경</a:t>
            </a:r>
            <a:r>
              <a:rPr lang="en-US" altLang="ko-KR" dirty="0"/>
              <a:t>-</a:t>
            </a:r>
            <a:r>
              <a:rPr lang="ko-KR" altLang="en-US" dirty="0"/>
              <a:t>비활성</a:t>
            </a:r>
          </a:p>
        </p:txBody>
      </p:sp>
    </p:spTree>
    <p:extLst>
      <p:ext uri="{BB962C8B-B14F-4D97-AF65-F5344CB8AC3E}">
        <p14:creationId xmlns:p14="http://schemas.microsoft.com/office/powerpoint/2010/main" val="124559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0F24-53C7-EF8B-3EB1-011EF7795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577"/>
            <a:ext cx="10515600" cy="59193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python –version</a:t>
            </a:r>
          </a:p>
          <a:p>
            <a:pPr marL="0" indent="0">
              <a:buNone/>
            </a:pPr>
            <a:r>
              <a:rPr lang="en-US" altLang="ko-KR" dirty="0"/>
              <a:t>Python 3.12.0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dir</a:t>
            </a: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Volume in drive E is </a:t>
            </a:r>
            <a:r>
              <a:rPr lang="ko-KR" altLang="en-US" dirty="0"/>
              <a:t>새 볼륨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Volume Serial Number is 9A5B-7F56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Directory of E:\agent26_DayByDay\day1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01:40    &lt;DIR&gt;          .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01:40    &lt;DIR&gt;          ..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01:43    &lt;DIR&gt;          </a:t>
            </a:r>
            <a:r>
              <a:rPr lang="ko-KR" altLang="en-US" dirty="0"/>
              <a:t>교안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ko-KR" altLang="en-US" dirty="0"/>
              <a:t>               </a:t>
            </a:r>
            <a:r>
              <a:rPr lang="en-US" altLang="ko-KR" dirty="0"/>
              <a:t>0 File(s)              0 bytes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3 Dir(s)  958,162,755,584 bytes free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python -m </a:t>
            </a:r>
            <a:r>
              <a:rPr lang="en-US" altLang="ko-KR" b="1" dirty="0" err="1"/>
              <a:t>venv</a:t>
            </a:r>
            <a:r>
              <a:rPr lang="en-US" altLang="ko-KR" b="1" dirty="0"/>
              <a:t> .</a:t>
            </a:r>
            <a:r>
              <a:rPr lang="en-US" altLang="ko-KR" b="1" dirty="0" err="1"/>
              <a:t>firstvenv</a:t>
            </a:r>
            <a:endParaRPr lang="ko-KR" altLang="en-US" b="1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ED070-B179-F79B-8C1C-8D4A882E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170" y="3317703"/>
            <a:ext cx="3363230" cy="3394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585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9513-2FB7-CB35-B960-82FC431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가상환경 활성화와 비활성화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3538-2ED0-2E84-123E-481B696B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77" y="1825625"/>
            <a:ext cx="110672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E:\agent26_DayByDay\day1&gt;</a:t>
            </a:r>
            <a:r>
              <a:rPr lang="en-US" altLang="ko-KR" sz="2400" b="1" dirty="0"/>
              <a:t>.firstvenv\Scripts\activate.bat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(.</a:t>
            </a:r>
            <a:r>
              <a:rPr lang="en-US" altLang="ko-KR" sz="2400" dirty="0" err="1"/>
              <a:t>firstvenv</a:t>
            </a:r>
            <a:r>
              <a:rPr lang="en-US" altLang="ko-KR" sz="2400" dirty="0"/>
              <a:t>) E:\agent26_DayByDay\day1&gt;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개발하기 </a:t>
            </a:r>
            <a:r>
              <a:rPr lang="en-US" altLang="ko-KR" sz="2400" dirty="0"/>
              <a:t>~~~</a:t>
            </a:r>
            <a:r>
              <a:rPr lang="ko-KR" altLang="en-US" sz="2400" dirty="0"/>
              <a:t>블라브라</a:t>
            </a:r>
            <a:r>
              <a:rPr lang="en-US" altLang="ko-KR" sz="2400" dirty="0"/>
              <a:t>~~~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(.</a:t>
            </a:r>
            <a:r>
              <a:rPr lang="en-US" altLang="ko-KR" sz="2400" dirty="0" err="1"/>
              <a:t>firstvenv</a:t>
            </a:r>
            <a:r>
              <a:rPr lang="en-US" altLang="ko-KR" sz="2400" dirty="0"/>
              <a:t>) E:\agent26_DayByDay\day1&gt;</a:t>
            </a:r>
            <a:r>
              <a:rPr lang="en-US" altLang="ko-KR" sz="2400" b="1" dirty="0"/>
              <a:t>.firstvenv\Scripts\deactivate.bat</a:t>
            </a:r>
          </a:p>
          <a:p>
            <a:pPr marL="0" indent="0">
              <a:buNone/>
            </a:pPr>
            <a:r>
              <a:rPr lang="en-US" altLang="ko-KR" sz="2400" dirty="0"/>
              <a:t>E:\agent26_DayByDay\day1&gt;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3103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F5B0-C212-C191-5A71-17F157F9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실행하기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3723-06CB-9EAC-F1F6-4DDE5055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(.</a:t>
            </a:r>
            <a:r>
              <a:rPr lang="en-US" altLang="ko-KR" dirty="0" err="1"/>
              <a:t>firstvenv</a:t>
            </a:r>
            <a:r>
              <a:rPr lang="en-US" altLang="ko-KR" dirty="0"/>
              <a:t>) E:\agent26_DayByDay\day1&gt;</a:t>
            </a:r>
            <a:r>
              <a:rPr lang="en-US" altLang="ko-KR" b="1" dirty="0"/>
              <a:t>python test.py</a:t>
            </a:r>
          </a:p>
          <a:p>
            <a:pPr marL="0" indent="0">
              <a:buNone/>
            </a:pPr>
            <a:r>
              <a:rPr lang="ko-KR" altLang="en-US" dirty="0"/>
              <a:t>환영해요</a:t>
            </a:r>
            <a:r>
              <a:rPr lang="en-US" altLang="ko-KR" dirty="0"/>
              <a:t>~!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A62C8-EE9D-3BA2-2C89-2805A278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038" y="2793284"/>
            <a:ext cx="7982488" cy="30724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8832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F7A8-34F5-D0EB-2DF5-12920EE4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연습하기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8B7EA-AA50-8D45-0448-AE19E880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https://docs.python.org/3.12/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https://docs.python.org/3.12/tutorial/index.html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https://www.w3schools.com/python/default.asp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88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9F88-01FF-7E64-31E4-0AE00448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디버거 사용법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E7CC-EA93-F772-1285-D2070AA82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18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1E4A-DCFB-6C01-54C1-33857345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071B-7696-A241-AB6D-9E2864635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Pytest</a:t>
            </a:r>
            <a:r>
              <a:rPr lang="ko-KR" altLang="en-US" dirty="0"/>
              <a:t>설치하기</a:t>
            </a:r>
          </a:p>
        </p:txBody>
      </p:sp>
    </p:spTree>
    <p:extLst>
      <p:ext uri="{BB962C8B-B14F-4D97-AF65-F5344CB8AC3E}">
        <p14:creationId xmlns:p14="http://schemas.microsoft.com/office/powerpoint/2010/main" val="225050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263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Theme</vt:lpstr>
      <vt:lpstr>pip venv</vt:lpstr>
      <vt:lpstr>파이썬 가상환경 생성</vt:lpstr>
      <vt:lpstr>PowerPoint Presentation</vt:lpstr>
      <vt:lpstr>파이썬 가상환경 활성화와 비활성화</vt:lpstr>
      <vt:lpstr>파이썬 실행하기</vt:lpstr>
      <vt:lpstr>파이썬 연습하기</vt:lpstr>
      <vt:lpstr>파이썬 디버거 사용법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SunKyoung Choi</dc:creator>
  <cp:lastModifiedBy>SunKyoung Choi</cp:lastModifiedBy>
  <cp:revision>21</cp:revision>
  <dcterms:created xsi:type="dcterms:W3CDTF">2026-08-31T04:35:45Z</dcterms:created>
  <dcterms:modified xsi:type="dcterms:W3CDTF">2026-08-31T08:25:41Z</dcterms:modified>
</cp:coreProperties>
</file>