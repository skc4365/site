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6DC0-910D-1639-38F4-C4B0A51E2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24010-402F-1D58-710C-AF2795FFC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14E41-79F1-C830-D6E7-5E56E1BF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82A86-4C73-CBDD-5AE8-88C4EAD1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F351-B596-8D87-4AF4-F4A0C28F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37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4F432-B877-1627-4050-8284AEED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94AB7-18EB-65AE-2326-AC975FCE1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5C9D-DC84-E036-4264-2D467C57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363E5-B8D4-F22D-87E1-408FD44AE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753D-B01F-4BD2-9F25-8806E2E4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5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37A6-67F3-F8D8-CF94-78C3831E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7A052-2B3E-C71C-C26F-784834C1B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AB9AB-5C82-9CA9-DFE2-BB39B23D3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E438A-ABFB-4B07-8831-D1C21F9D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CBE7D-013E-6ADE-1E32-CC88FACC1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1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E7A4-CD87-C272-3DDA-CF59901F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21BF5-673C-6E31-5659-558FB2801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36926-8E61-6029-8D13-C9F8566E2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A85F0-7FFC-0DB3-0FF2-DC9F2D77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30439-C383-B42C-629D-932430105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792FB-EE72-E058-1410-0DDD7A28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112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995B-5501-2916-E0A2-1BB82F0CB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312F1-9C1D-EAC0-69FC-5F674BBB5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C0A6D-1B98-C63D-AF81-E97362D49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2BD63-77DA-517F-DCBF-E8520DFDB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E78E6-82FC-EDEF-63EF-291ADF03F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9393A-E661-7A45-B953-2F561CFEB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D9D866-BAAE-5A79-9B56-9137336F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33645-3508-E4D1-6C1B-480CE61B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70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706B-7519-1E14-8315-F9B3FF9E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D6F04-64DD-90A7-5805-B5057495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3B7D1-8C6B-38F8-1B9A-0D82E335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24E05-F864-3532-0E1C-BF0900CA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329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83670-FF8A-42E0-2B4E-55DACAD5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ACDCA-6541-621C-930C-3E2D2112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B3A6E-2324-3428-5F2A-033AA23A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87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BCD8-3D00-7158-321E-2AD15E94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AB9F7-5E2D-5CE1-3F0E-74100F453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E1FFF-8F49-ECE8-D508-7E3F4D852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62F6F-A009-CBB1-CD94-BF129577F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F8244-57CE-4941-4B40-EFF3900E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F6E91-2AE8-430F-6018-F45D0946C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48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A52B-4EA4-3055-F61F-EE6B9631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A6EFE-0C8D-2021-5F95-63B4477D4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64A68-901F-CFC3-E833-EDDACA501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6E369-6354-813F-EE40-02E84A319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E2328-6444-C68E-A9CC-9985F2DE8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37511-94F4-FD2D-F0A7-0E89926D4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90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32D1-3FAE-8FE8-B331-D40622EA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E842-38D6-7543-9A83-37E6EED96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ED5A3-E882-7DC9-A72C-83193DE8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2BBD1-0FDB-A679-FC2F-2CD4A79F1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967ED-ACAC-2B89-63DB-91A18FBE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96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853BB-DA89-ABE3-364B-5A5C660E1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44126-8CF8-D231-DCAB-6AB8F76F4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A50A0-355F-883D-6DCB-2431C093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7E42E-4B4E-3ED9-0EEC-4853519A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E71D7-98A7-220D-CCE6-4A644040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76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9B91B-67CA-A497-4720-D687C8DE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850D0-575F-DD32-FC69-E3650C273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D1AD-9CC2-AE3C-60CA-A0D7A3CA1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55329-93A6-F44B-1776-4CFAE16E3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121D-C2DD-F8F4-506E-D62D2BD6B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13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60F3-1105-08BB-4C73-5B128EB353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ko-KR" b="1" dirty="0"/>
              <a:t>Streamlit</a:t>
            </a:r>
            <a:r>
              <a:rPr lang="en-US" altLang="ko-KR" b="1" dirty="0"/>
              <a:t>, </a:t>
            </a:r>
            <a:r>
              <a:rPr lang="en-US" altLang="ko-KR" b="1" dirty="0" err="1"/>
              <a:t>uv</a:t>
            </a:r>
            <a:r>
              <a:rPr lang="en-US" altLang="ko-KR" b="1" dirty="0"/>
              <a:t>, </a:t>
            </a:r>
            <a:r>
              <a:rPr lang="en-US" altLang="ko-KR" b="1" dirty="0" err="1"/>
              <a:t>venv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53722-2FF1-2558-60BA-EE41C840F6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/>
              <a:t>최선경</a:t>
            </a:r>
          </a:p>
        </p:txBody>
      </p:sp>
    </p:spTree>
    <p:extLst>
      <p:ext uri="{BB962C8B-B14F-4D97-AF65-F5344CB8AC3E}">
        <p14:creationId xmlns:p14="http://schemas.microsoft.com/office/powerpoint/2010/main" val="1110925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D82D-FA52-2F2D-3F24-ABBFD743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/>
              <a:t>Streamlit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A3F73-93B4-904A-E9A4-D22772123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https://streamlit.io/</a:t>
            </a:r>
          </a:p>
          <a:p>
            <a:endParaRPr lang="en-US" altLang="ko-KR" dirty="0"/>
          </a:p>
          <a:p>
            <a:r>
              <a:rPr lang="en-US" altLang="ko-KR" dirty="0"/>
              <a:t>https://docs.streamlit.io/get-started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228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3E1C3-3DA1-3E7E-8C5A-D606390B6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564" y="269715"/>
            <a:ext cx="10950872" cy="61902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200" dirty="0"/>
              <a:t>E:\agent26_DayByDay\day1_uv&gt;</a:t>
            </a:r>
            <a:r>
              <a:rPr lang="en-US" altLang="ko-KR" sz="2200" b="1" dirty="0"/>
              <a:t>python –version</a:t>
            </a:r>
          </a:p>
          <a:p>
            <a:pPr marL="0" indent="0">
              <a:buNone/>
            </a:pPr>
            <a:r>
              <a:rPr lang="en-US" altLang="ko-KR" sz="2200" dirty="0"/>
              <a:t>Python 3.12.0 </a:t>
            </a:r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E:\agent26_DayByDay\day1_uv&gt;</a:t>
            </a:r>
            <a:r>
              <a:rPr lang="en-US" altLang="ko-KR" sz="2200" b="1" dirty="0"/>
              <a:t>uv </a:t>
            </a:r>
            <a:r>
              <a:rPr lang="en-US" altLang="ko-KR" sz="2200" b="1" dirty="0" err="1"/>
              <a:t>init</a:t>
            </a:r>
            <a:r>
              <a:rPr lang="en-US" altLang="ko-KR" sz="2200" b="1" dirty="0"/>
              <a:t>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sz="2200" dirty="0"/>
              <a:t>Initialized project `day1-uv`</a:t>
            </a:r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E:\agent26_DayByDay\day1_uv&gt;</a:t>
            </a:r>
            <a:r>
              <a:rPr lang="en-US" altLang="ko-KR" sz="2200" b="1" dirty="0"/>
              <a:t>uv </a:t>
            </a:r>
            <a:r>
              <a:rPr lang="en-US" altLang="ko-KR" sz="2200" b="1" dirty="0" err="1"/>
              <a:t>venv</a:t>
            </a:r>
            <a:r>
              <a:rPr lang="en-US" altLang="ko-KR" sz="2200" b="1" dirty="0"/>
              <a:t>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sz="2200" dirty="0"/>
              <a:t>Using </a:t>
            </a:r>
            <a:r>
              <a:rPr lang="en-US" altLang="ko-KR" sz="2200" dirty="0" err="1"/>
              <a:t>CPython</a:t>
            </a:r>
            <a:r>
              <a:rPr lang="en-US" altLang="ko-KR" sz="2200" dirty="0"/>
              <a:t> 3.12.11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sz="2200" dirty="0"/>
              <a:t>Creating virtual environment at: .</a:t>
            </a:r>
            <a:r>
              <a:rPr lang="en-US" altLang="ko-KR" sz="2200" dirty="0" err="1"/>
              <a:t>venv</a:t>
            </a:r>
            <a:r>
              <a:rPr lang="en-US" altLang="ko-KR" sz="2200" dirty="0"/>
              <a:t>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sz="2200" dirty="0"/>
              <a:t>Activate with: .</a:t>
            </a:r>
            <a:r>
              <a:rPr lang="en-US" altLang="ko-KR" sz="2200" dirty="0" err="1"/>
              <a:t>venv</a:t>
            </a:r>
            <a:r>
              <a:rPr lang="en-US" altLang="ko-KR" sz="2200" dirty="0"/>
              <a:t>\Scripts\activate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3EACF1-7CA5-FDDC-D74E-D0D7CFA2E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24918"/>
            <a:ext cx="2074394" cy="19571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FD665-90B0-87DA-C51C-687ACDC33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657" y="3844051"/>
            <a:ext cx="2521116" cy="26948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7747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719F-9AF9-2F51-02E0-9414F444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 생성 및 </a:t>
            </a:r>
            <a:r>
              <a:rPr lang="en-US" altLang="ko-KR" dirty="0" err="1"/>
              <a:t>stremlit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9F267-7483-280B-8375-642FDDCD6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E:\agent26_DayByDay\day1_uv&gt;</a:t>
            </a:r>
            <a:r>
              <a:rPr lang="en-US" altLang="ko-KR" b="1" dirty="0"/>
              <a:t>.venv\Scripts\activate.bat </a:t>
            </a:r>
            <a:r>
              <a:rPr lang="en-US" altLang="ko-KR" dirty="0"/>
              <a:t>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(day1_uv) E:\agent26_DayByDay\day1_uv&gt;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(day1_uv) E:\agent26_DayByDay\day1_uv&gt;</a:t>
            </a:r>
            <a:r>
              <a:rPr lang="en-US" altLang="ko-KR" b="1" dirty="0"/>
              <a:t>uv add </a:t>
            </a:r>
            <a:r>
              <a:rPr lang="en-US" altLang="ko-KR" b="1" dirty="0" err="1"/>
              <a:t>streamlit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dirty="0"/>
              <a:t>Resolved 39 packages in 510ms</a:t>
            </a:r>
          </a:p>
          <a:p>
            <a:pPr marL="0" indent="0">
              <a:buNone/>
            </a:pPr>
            <a:r>
              <a:rPr lang="en-US" altLang="ko-KR" dirty="0"/>
              <a:t>Prepared 1 package in 417ms</a:t>
            </a:r>
          </a:p>
          <a:p>
            <a:pPr marL="0" indent="0">
              <a:buNone/>
            </a:pPr>
            <a:r>
              <a:rPr lang="en-US" altLang="ko-KR" dirty="0"/>
              <a:t>░░░░░░░░░░░░░░░░░░░░ [0/38] Installing wheels... 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6735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4FEFA-E094-E094-BE47-F3E61C6F2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09" y="90152"/>
            <a:ext cx="12028867" cy="6645499"/>
          </a:xfrm>
        </p:spPr>
        <p:txBody>
          <a:bodyPr numCol="3">
            <a:normAutofit fontScale="55000" lnSpcReduction="20000"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(day1_uv) E:\agent26_DayByDay\day1_uv&gt;</a:t>
            </a:r>
            <a:r>
              <a:rPr lang="en-US" altLang="ko-KR" b="1" dirty="0"/>
              <a:t>uv tree</a:t>
            </a:r>
          </a:p>
          <a:p>
            <a:pPr marL="0" indent="0">
              <a:buNone/>
            </a:pPr>
            <a:r>
              <a:rPr lang="en-US" altLang="ko-KR" dirty="0"/>
              <a:t>Resolved 39 packages in 3ms</a:t>
            </a:r>
          </a:p>
          <a:p>
            <a:pPr marL="0" indent="0">
              <a:buNone/>
            </a:pPr>
            <a:r>
              <a:rPr lang="en-US" altLang="ko-KR" dirty="0"/>
              <a:t>day1-uv v0.1.0</a:t>
            </a:r>
          </a:p>
          <a:p>
            <a:pPr marL="0" indent="0">
              <a:buNone/>
            </a:pPr>
            <a:r>
              <a:rPr lang="en-US" altLang="ko-KR" dirty="0"/>
              <a:t>└── </a:t>
            </a:r>
            <a:r>
              <a:rPr lang="en-US" altLang="ko-KR" dirty="0" err="1"/>
              <a:t>streamlit</a:t>
            </a:r>
            <a:r>
              <a:rPr lang="en-US" altLang="ko-KR" dirty="0"/>
              <a:t> v1.62.0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altair</a:t>
            </a:r>
            <a:r>
              <a:rPr lang="en-US" altLang="ko-KR" dirty="0"/>
              <a:t> v6.2.2</a:t>
            </a:r>
          </a:p>
          <a:p>
            <a:pPr marL="0" indent="0">
              <a:buNone/>
            </a:pPr>
            <a:r>
              <a:rPr lang="en-US" altLang="ko-KR" dirty="0"/>
              <a:t>    │   ├── jinja2 v3.1.6</a:t>
            </a:r>
          </a:p>
          <a:p>
            <a:pPr marL="0" indent="0">
              <a:buNone/>
            </a:pPr>
            <a:r>
              <a:rPr lang="en-US" altLang="ko-KR" dirty="0"/>
              <a:t>    │   │   └── </a:t>
            </a:r>
            <a:r>
              <a:rPr lang="en-US" altLang="ko-KR" dirty="0" err="1"/>
              <a:t>markupsafe</a:t>
            </a:r>
            <a:r>
              <a:rPr lang="en-US" altLang="ko-KR" dirty="0"/>
              <a:t> v3.0.3</a:t>
            </a:r>
          </a:p>
          <a:p>
            <a:pPr marL="0" indent="0">
              <a:buNone/>
            </a:pPr>
            <a:r>
              <a:rPr lang="en-US" altLang="ko-KR" dirty="0"/>
              <a:t>    │   ├── </a:t>
            </a:r>
            <a:r>
              <a:rPr lang="en-US" altLang="ko-KR" dirty="0" err="1"/>
              <a:t>jsonschema</a:t>
            </a:r>
            <a:r>
              <a:rPr lang="en-US" altLang="ko-KR" dirty="0"/>
              <a:t> v4.26.0</a:t>
            </a:r>
          </a:p>
          <a:p>
            <a:pPr marL="0" indent="0">
              <a:buNone/>
            </a:pPr>
            <a:r>
              <a:rPr lang="en-US" altLang="ko-KR" dirty="0"/>
              <a:t>    │   │   ├── </a:t>
            </a:r>
            <a:r>
              <a:rPr lang="en-US" altLang="ko-KR" dirty="0" err="1"/>
              <a:t>attrs</a:t>
            </a:r>
            <a:r>
              <a:rPr lang="en-US" altLang="ko-KR" dirty="0"/>
              <a:t> v26.1.0</a:t>
            </a:r>
          </a:p>
          <a:p>
            <a:pPr marL="0" indent="0">
              <a:buNone/>
            </a:pPr>
            <a:r>
              <a:rPr lang="en-US" altLang="ko-KR" dirty="0"/>
              <a:t>    │   │   ├── </a:t>
            </a:r>
            <a:r>
              <a:rPr lang="en-US" altLang="ko-KR" dirty="0" err="1"/>
              <a:t>jsonschema</a:t>
            </a:r>
            <a:r>
              <a:rPr lang="en-US" altLang="ko-KR" dirty="0"/>
              <a:t>-specifications v2025.9.1</a:t>
            </a:r>
          </a:p>
          <a:p>
            <a:pPr marL="0" indent="0">
              <a:buNone/>
            </a:pPr>
            <a:r>
              <a:rPr lang="en-US" altLang="ko-KR" dirty="0"/>
              <a:t>    │   │   │   └── referencing v0.37.0</a:t>
            </a:r>
          </a:p>
          <a:p>
            <a:pPr marL="0" indent="0">
              <a:buNone/>
            </a:pPr>
            <a:r>
              <a:rPr lang="en-US" altLang="ko-KR" dirty="0"/>
              <a:t>    │   │   │       ├── </a:t>
            </a:r>
            <a:r>
              <a:rPr lang="en-US" altLang="ko-KR" dirty="0" err="1"/>
              <a:t>attrs</a:t>
            </a:r>
            <a:r>
              <a:rPr lang="en-US" altLang="ko-KR" dirty="0"/>
              <a:t> v26.1.0</a:t>
            </a:r>
          </a:p>
          <a:p>
            <a:pPr marL="0" indent="0">
              <a:buNone/>
            </a:pPr>
            <a:r>
              <a:rPr lang="en-US" altLang="ko-KR" dirty="0"/>
              <a:t>    │   │   │       ├── </a:t>
            </a:r>
            <a:r>
              <a:rPr lang="en-US" altLang="ko-KR" dirty="0" err="1"/>
              <a:t>rpds-py</a:t>
            </a:r>
            <a:r>
              <a:rPr lang="en-US" altLang="ko-KR" dirty="0"/>
              <a:t> v2026.6.3</a:t>
            </a:r>
          </a:p>
          <a:p>
            <a:pPr marL="0" indent="0">
              <a:buNone/>
            </a:pPr>
            <a:r>
              <a:rPr lang="en-US" altLang="ko-KR" dirty="0"/>
              <a:t>    │   │   │       └── typing-extensions v4.16.0</a:t>
            </a:r>
          </a:p>
          <a:p>
            <a:pPr marL="0" indent="0">
              <a:buNone/>
            </a:pPr>
            <a:r>
              <a:rPr lang="en-US" altLang="ko-KR" dirty="0"/>
              <a:t>    │   │   ├── referencing v0.37.0 (*)</a:t>
            </a:r>
          </a:p>
          <a:p>
            <a:pPr marL="0" indent="0">
              <a:buNone/>
            </a:pPr>
            <a:r>
              <a:rPr lang="en-US" altLang="ko-KR" dirty="0"/>
              <a:t>    │   │   └── </a:t>
            </a:r>
            <a:r>
              <a:rPr lang="en-US" altLang="ko-KR" dirty="0" err="1"/>
              <a:t>rpds-py</a:t>
            </a:r>
            <a:r>
              <a:rPr lang="en-US" altLang="ko-KR" dirty="0"/>
              <a:t> v2026.6.3</a:t>
            </a:r>
          </a:p>
          <a:p>
            <a:pPr marL="0" indent="0">
              <a:buNone/>
            </a:pPr>
            <a:r>
              <a:rPr lang="en-US" altLang="ko-KR" dirty="0"/>
              <a:t>    │   ├── narwhals v2.25.0</a:t>
            </a:r>
          </a:p>
          <a:p>
            <a:pPr marL="0" indent="0">
              <a:buNone/>
            </a:pPr>
            <a:r>
              <a:rPr lang="en-US" altLang="ko-KR" dirty="0"/>
              <a:t>    │   ├── packaging v26.3</a:t>
            </a:r>
          </a:p>
          <a:p>
            <a:pPr marL="0" indent="0">
              <a:buNone/>
            </a:pPr>
            <a:r>
              <a:rPr lang="en-US" altLang="ko-KR" dirty="0"/>
              <a:t>    │   └── typing-extensions v4.16.0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anyio</a:t>
            </a:r>
            <a:r>
              <a:rPr lang="en-US" altLang="ko-KR" dirty="0"/>
              <a:t> v4.14.2</a:t>
            </a:r>
          </a:p>
          <a:p>
            <a:pPr marL="0" indent="0">
              <a:buNone/>
            </a:pPr>
            <a:r>
              <a:rPr lang="en-US" altLang="ko-KR" dirty="0"/>
              <a:t>    │   ├── </a:t>
            </a:r>
            <a:r>
              <a:rPr lang="en-US" altLang="ko-KR" dirty="0" err="1"/>
              <a:t>idna</a:t>
            </a:r>
            <a:r>
              <a:rPr lang="en-US" altLang="ko-KR" dirty="0"/>
              <a:t> v3.19</a:t>
            </a:r>
          </a:p>
          <a:p>
            <a:pPr marL="0" indent="0">
              <a:buNone/>
            </a:pPr>
            <a:r>
              <a:rPr lang="en-US" altLang="ko-KR" dirty="0"/>
              <a:t>    │   └── typing-extensions v4.16.0</a:t>
            </a:r>
          </a:p>
          <a:p>
            <a:pPr marL="0" indent="0">
              <a:buNone/>
            </a:pPr>
            <a:r>
              <a:rPr lang="en-US" altLang="ko-KR" dirty="0"/>
              <a:t>    ├── blinker v1.9.0</a:t>
            </a:r>
          </a:p>
          <a:p>
            <a:pPr marL="0" indent="0">
              <a:buNone/>
            </a:pPr>
            <a:r>
              <a:rPr lang="en-US" altLang="ko-KR" dirty="0"/>
              <a:t>    ├── click v8.5.0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httptools</a:t>
            </a:r>
            <a:r>
              <a:rPr lang="en-US" altLang="ko-KR" dirty="0"/>
              <a:t> v0.8.0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itsdangerous</a:t>
            </a:r>
            <a:r>
              <a:rPr lang="en-US" altLang="ko-KR" dirty="0"/>
              <a:t> v2.2.0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numpy</a:t>
            </a:r>
            <a:r>
              <a:rPr lang="en-US" altLang="ko-KR" dirty="0"/>
              <a:t> v2.5.2</a:t>
            </a:r>
          </a:p>
          <a:p>
            <a:pPr marL="0" indent="0">
              <a:buNone/>
            </a:pPr>
            <a:r>
              <a:rPr lang="en-US" altLang="ko-KR" dirty="0"/>
              <a:t>    ├── packaging v26.3</a:t>
            </a:r>
          </a:p>
          <a:p>
            <a:pPr marL="0" indent="0">
              <a:buNone/>
            </a:pPr>
            <a:r>
              <a:rPr lang="en-US" altLang="ko-KR" dirty="0"/>
              <a:t>    ├── pandas v3.0.5</a:t>
            </a:r>
          </a:p>
          <a:p>
            <a:pPr marL="0" indent="0">
              <a:buNone/>
            </a:pPr>
            <a:r>
              <a:rPr lang="en-US" altLang="ko-KR" dirty="0"/>
              <a:t>    │   ├── </a:t>
            </a:r>
            <a:r>
              <a:rPr lang="en-US" altLang="ko-KR" dirty="0" err="1"/>
              <a:t>numpy</a:t>
            </a:r>
            <a:r>
              <a:rPr lang="en-US" altLang="ko-KR" dirty="0"/>
              <a:t> v2.5.2</a:t>
            </a:r>
          </a:p>
          <a:p>
            <a:pPr marL="0" indent="0">
              <a:buNone/>
            </a:pPr>
            <a:r>
              <a:rPr lang="en-US" altLang="ko-KR" dirty="0"/>
              <a:t>    │   ├── python-</a:t>
            </a:r>
            <a:r>
              <a:rPr lang="en-US" altLang="ko-KR" dirty="0" err="1"/>
              <a:t>dateutil</a:t>
            </a:r>
            <a:r>
              <a:rPr lang="en-US" altLang="ko-KR" dirty="0"/>
              <a:t> v2.9.0.post0</a:t>
            </a:r>
          </a:p>
          <a:p>
            <a:pPr marL="0" indent="0">
              <a:buNone/>
            </a:pPr>
            <a:r>
              <a:rPr lang="en-US" altLang="ko-KR" dirty="0"/>
              <a:t>    │   │   └── six v1.17.0</a:t>
            </a:r>
          </a:p>
          <a:p>
            <a:pPr marL="0" indent="0">
              <a:buNone/>
            </a:pPr>
            <a:r>
              <a:rPr lang="en-US" altLang="ko-KR" dirty="0"/>
              <a:t>    │   └── </a:t>
            </a:r>
            <a:r>
              <a:rPr lang="en-US" altLang="ko-KR" dirty="0" err="1"/>
              <a:t>tzdata</a:t>
            </a:r>
            <a:r>
              <a:rPr lang="en-US" altLang="ko-KR" dirty="0"/>
              <a:t> v2026.3</a:t>
            </a:r>
          </a:p>
          <a:p>
            <a:pPr marL="0" indent="0">
              <a:buNone/>
            </a:pPr>
            <a:r>
              <a:rPr lang="en-US" altLang="ko-KR" dirty="0"/>
              <a:t>    ├── pillow v12.3.0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protobuf</a:t>
            </a:r>
            <a:r>
              <a:rPr lang="en-US" altLang="ko-KR" dirty="0"/>
              <a:t> v7.36.1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pyarrow</a:t>
            </a:r>
            <a:r>
              <a:rPr lang="en-US" altLang="ko-KR" dirty="0"/>
              <a:t> v25.0.1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pydeck</a:t>
            </a:r>
            <a:r>
              <a:rPr lang="en-US" altLang="ko-KR" dirty="0"/>
              <a:t> v0.9.3</a:t>
            </a:r>
          </a:p>
          <a:p>
            <a:pPr marL="0" indent="0">
              <a:buNone/>
            </a:pPr>
            <a:r>
              <a:rPr lang="en-US" altLang="ko-KR" dirty="0"/>
              <a:t>    │   ├── jinja2 v3.1.6 (*)</a:t>
            </a:r>
          </a:p>
          <a:p>
            <a:pPr marL="0" indent="0">
              <a:buNone/>
            </a:pPr>
            <a:r>
              <a:rPr lang="en-US" altLang="ko-KR" dirty="0"/>
              <a:t>    │   └── </a:t>
            </a:r>
            <a:r>
              <a:rPr lang="en-US" altLang="ko-KR" dirty="0" err="1"/>
              <a:t>numpy</a:t>
            </a:r>
            <a:r>
              <a:rPr lang="en-US" altLang="ko-KR" dirty="0"/>
              <a:t> v2.5.2</a:t>
            </a:r>
          </a:p>
          <a:p>
            <a:pPr marL="0" indent="0">
              <a:buNone/>
            </a:pPr>
            <a:r>
              <a:rPr lang="en-US" altLang="ko-KR" dirty="0"/>
              <a:t>    ├── python-multipart v0.0.32</a:t>
            </a:r>
          </a:p>
          <a:p>
            <a:pPr marL="0" indent="0">
              <a:buNone/>
            </a:pPr>
            <a:r>
              <a:rPr lang="en-US" altLang="ko-KR" dirty="0"/>
              <a:t>    ├── requests v2.34.2</a:t>
            </a:r>
          </a:p>
          <a:p>
            <a:pPr marL="0" indent="0">
              <a:buNone/>
            </a:pPr>
            <a:r>
              <a:rPr lang="en-US" altLang="ko-KR" dirty="0"/>
              <a:t>    │   ├── </a:t>
            </a:r>
            <a:r>
              <a:rPr lang="en-US" altLang="ko-KR" dirty="0" err="1"/>
              <a:t>certifi</a:t>
            </a:r>
            <a:r>
              <a:rPr lang="en-US" altLang="ko-KR" dirty="0"/>
              <a:t> v2026.7.22</a:t>
            </a:r>
          </a:p>
          <a:p>
            <a:pPr marL="0" indent="0">
              <a:buNone/>
            </a:pPr>
            <a:r>
              <a:rPr lang="en-US" altLang="ko-KR" dirty="0"/>
              <a:t>    │   ├── charset-normalizer v3.5.1</a:t>
            </a:r>
          </a:p>
          <a:p>
            <a:pPr marL="0" indent="0">
              <a:buNone/>
            </a:pPr>
            <a:r>
              <a:rPr lang="en-US" altLang="ko-KR" dirty="0"/>
              <a:t>    │   ├── </a:t>
            </a:r>
            <a:r>
              <a:rPr lang="en-US" altLang="ko-KR" dirty="0" err="1"/>
              <a:t>idna</a:t>
            </a:r>
            <a:r>
              <a:rPr lang="en-US" altLang="ko-KR" dirty="0"/>
              <a:t> v3.19</a:t>
            </a:r>
          </a:p>
          <a:p>
            <a:pPr marL="0" indent="0">
              <a:buNone/>
            </a:pPr>
            <a:r>
              <a:rPr lang="en-US" altLang="ko-KR" dirty="0"/>
              <a:t>    │   └── urllib3 v2.7.0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starlette</a:t>
            </a:r>
            <a:r>
              <a:rPr lang="en-US" altLang="ko-KR" dirty="0"/>
              <a:t> v1.6.0</a:t>
            </a:r>
          </a:p>
          <a:p>
            <a:pPr marL="0" indent="0">
              <a:buNone/>
            </a:pPr>
            <a:r>
              <a:rPr lang="en-US" altLang="ko-KR" dirty="0"/>
              <a:t>    │   ├── </a:t>
            </a:r>
            <a:r>
              <a:rPr lang="en-US" altLang="ko-KR" dirty="0" err="1"/>
              <a:t>anyio</a:t>
            </a:r>
            <a:r>
              <a:rPr lang="en-US" altLang="ko-KR" dirty="0"/>
              <a:t> v4.14.2 (*)</a:t>
            </a:r>
          </a:p>
          <a:p>
            <a:pPr marL="0" indent="0">
              <a:buNone/>
            </a:pPr>
            <a:r>
              <a:rPr lang="en-US" altLang="ko-KR" dirty="0"/>
              <a:t>    │   └── typing-extensions v4.16.0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toml</a:t>
            </a:r>
            <a:r>
              <a:rPr lang="en-US" altLang="ko-KR" dirty="0"/>
              <a:t> v0.10.2</a:t>
            </a:r>
          </a:p>
          <a:p>
            <a:pPr marL="0" indent="0">
              <a:buNone/>
            </a:pPr>
            <a:r>
              <a:rPr lang="en-US" altLang="ko-KR" dirty="0"/>
              <a:t>    ├── typing-extensions v4.16.0</a:t>
            </a:r>
          </a:p>
          <a:p>
            <a:pPr marL="0" indent="0">
              <a:buNone/>
            </a:pPr>
            <a:r>
              <a:rPr lang="en-US" altLang="ko-KR" dirty="0"/>
              <a:t>    ├── </a:t>
            </a:r>
            <a:r>
              <a:rPr lang="en-US" altLang="ko-KR" dirty="0" err="1"/>
              <a:t>uvicorn</a:t>
            </a:r>
            <a:r>
              <a:rPr lang="en-US" altLang="ko-KR" dirty="0"/>
              <a:t> v0.52.4</a:t>
            </a:r>
          </a:p>
          <a:p>
            <a:pPr marL="0" indent="0">
              <a:buNone/>
            </a:pPr>
            <a:r>
              <a:rPr lang="en-US" altLang="ko-KR" dirty="0"/>
              <a:t>    │   ├── click v8.5.0</a:t>
            </a:r>
          </a:p>
          <a:p>
            <a:pPr marL="0" indent="0">
              <a:buNone/>
            </a:pPr>
            <a:r>
              <a:rPr lang="en-US" altLang="ko-KR" dirty="0"/>
              <a:t>    │   └── h11 v0.16.0</a:t>
            </a:r>
          </a:p>
          <a:p>
            <a:pPr marL="0" indent="0">
              <a:buNone/>
            </a:pPr>
            <a:r>
              <a:rPr lang="en-US" altLang="ko-KR" dirty="0"/>
              <a:t>    ├── watchdog v6.0.0</a:t>
            </a:r>
          </a:p>
          <a:p>
            <a:pPr marL="0" indent="0">
              <a:buNone/>
            </a:pPr>
            <a:r>
              <a:rPr lang="en-US" altLang="ko-KR" dirty="0"/>
              <a:t>    └── </a:t>
            </a:r>
            <a:r>
              <a:rPr lang="en-US" altLang="ko-KR" dirty="0" err="1"/>
              <a:t>websockets</a:t>
            </a:r>
            <a:r>
              <a:rPr lang="en-US" altLang="ko-KR" dirty="0"/>
              <a:t> v16.1.1</a:t>
            </a:r>
          </a:p>
          <a:p>
            <a:pPr marL="0" indent="0">
              <a:buNone/>
            </a:pPr>
            <a:r>
              <a:rPr lang="en-US" altLang="ko-KR" dirty="0"/>
              <a:t>(*) Package tree already displayed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717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5D50E-32C7-50DF-D04A-F70C13918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65" y="877307"/>
            <a:ext cx="11234670" cy="5310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(day1_uv) E:\agent26_DayByDay\day1_uv&gt;</a:t>
            </a:r>
            <a:r>
              <a:rPr lang="en-US" altLang="ko-KR" sz="2400" b="1" dirty="0"/>
              <a:t>uv run </a:t>
            </a:r>
            <a:r>
              <a:rPr lang="en-US" altLang="ko-KR" sz="2400" b="1" dirty="0" err="1"/>
              <a:t>streamlit</a:t>
            </a:r>
            <a:r>
              <a:rPr lang="en-US" altLang="ko-KR" sz="2400" b="1" dirty="0"/>
              <a:t> run test.py</a:t>
            </a:r>
          </a:p>
          <a:p>
            <a:pPr marL="0" indent="0">
              <a:buNone/>
            </a:pPr>
            <a:r>
              <a:rPr lang="en-US" altLang="ko-KR" sz="2400" dirty="0"/>
              <a:t>2026-09-01 23:20:05.764 </a:t>
            </a:r>
            <a:r>
              <a:rPr lang="en-US" altLang="ko-KR" sz="2400" dirty="0" err="1"/>
              <a:t>Uvicorn</a:t>
            </a:r>
            <a:r>
              <a:rPr lang="en-US" altLang="ko-KR" sz="2400" dirty="0"/>
              <a:t> server started on :::8501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You can now view your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app in your browser.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Local URL: http://localhost:8501</a:t>
            </a:r>
          </a:p>
          <a:p>
            <a:pPr marL="0" indent="0">
              <a:buNone/>
            </a:pPr>
            <a:r>
              <a:rPr lang="en-US" altLang="ko-KR" sz="2400" dirty="0"/>
              <a:t>  Network URL: http://192.168.0.115:8501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Help agents write better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apps?</a:t>
            </a:r>
          </a:p>
          <a:p>
            <a:pPr marL="0" indent="0">
              <a:buNone/>
            </a:pPr>
            <a:r>
              <a:rPr lang="en-US" altLang="ko-KR" sz="2400" dirty="0"/>
              <a:t>  Install the official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skills by running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skills in your terminal.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00680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B227F-A840-AC25-2192-5B9076FF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AE69A6-7A1A-6BFD-1146-CF83E58DD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2287"/>
            <a:ext cx="4954327" cy="240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F71699-5CA2-B28F-0922-F5498DFF7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23889"/>
            <a:ext cx="5350469" cy="461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19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524</Words>
  <Application>Microsoft Office PowerPoint</Application>
  <PresentationFormat>Widescreen</PresentationFormat>
  <Paragraphs>101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Theme</vt:lpstr>
      <vt:lpstr>Streamlit, uv, venv </vt:lpstr>
      <vt:lpstr>Streamlit</vt:lpstr>
      <vt:lpstr>PowerPoint Presentation</vt:lpstr>
      <vt:lpstr>가상환경 생성 및 stremlit 실행</vt:lpstr>
      <vt:lpstr>PowerPoint Presentation</vt:lpstr>
      <vt:lpstr>PowerPoint Presentation</vt:lpstr>
      <vt:lpstr>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SunKyoung Choi</dc:creator>
  <cp:lastModifiedBy>SunKyoung Choi</cp:lastModifiedBy>
  <cp:revision>18</cp:revision>
  <dcterms:created xsi:type="dcterms:W3CDTF">2026-09-01T13:45:35Z</dcterms:created>
  <dcterms:modified xsi:type="dcterms:W3CDTF">2026-09-01T14:50:43Z</dcterms:modified>
</cp:coreProperties>
</file>